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Figure 1. Survey Participant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0" y="594360"/>
            <a:ext cx="2926080" cy="59436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471 navigated to survey
(via Z-link or QR code)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188720"/>
            <a:ext cx="0" cy="2286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108960" y="1417320"/>
            <a:ext cx="2926080" cy="59436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446 completed screening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2377440" cy="50292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25 did not complete
screening questions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1714500"/>
            <a:ext cx="365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2011680"/>
            <a:ext cx="0" cy="2286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08960" y="2240280"/>
            <a:ext cx="2926080" cy="41148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Eligibility determined from screening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265176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3200400"/>
            <a:ext cx="2560320" cy="73152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291 Ineligible
Directed to demographics
section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200400"/>
            <a:ext cx="2926080" cy="59436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153 Eligible
Advanced to full survey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834639" y="3497580"/>
            <a:ext cx="274321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0" y="3246120"/>
            <a:ext cx="2377440" cy="50292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2 excluded: blank
eligibility response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3497580"/>
            <a:ext cx="365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3794760"/>
            <a:ext cx="0" cy="4572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0" y="4297680"/>
            <a:ext cx="2377440" cy="50292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31 initiated but did
not submit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4549140"/>
            <a:ext cx="365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08960" y="4251960"/>
            <a:ext cx="2926080" cy="594360"/>
          </a:xfrm>
          <a:prstGeom prst="rect">
            <a:avLst/>
          </a:prstGeom>
          <a:solidFill>
            <a:srgbClr val="E2EFDA"/>
          </a:solidFill>
          <a:ln w="9525">
            <a:solidFill>
              <a:srgbClr val="1F497D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122 completed &amp; submitted
(final analytic sample)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126480"/>
            <a:ext cx="8595360" cy="65836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alibri"/>
              </a:rPr>
              <a:t>Note: "Completed" = navigated through the entire survey and submitted (does not require answering every question). Of the 31 who did not submit: see resp_complete_detail sheet for question-level completion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